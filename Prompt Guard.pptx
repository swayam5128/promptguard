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400" b="1">
                <a:solidFill>
                  <a:srgbClr val="141414"/>
                </a:solidFill>
                <a:latin typeface="Aptos"/>
              </a:defRPr>
            </a:pPr>
            <a:r>
              <a:t>SYNK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3657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400" b="1">
                <a:solidFill>
                  <a:srgbClr val="EF4C1B"/>
                </a:solidFill>
                <a:latin typeface="Aptos"/>
              </a:defRPr>
            </a:pPr>
            <a:r>
              <a:t>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95527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900" b="1">
                <a:solidFill>
                  <a:srgbClr val="141414"/>
                </a:solidFill>
                <a:latin typeface="Aptos"/>
              </a:defRPr>
            </a:pPr>
            <a:r>
              <a:t>PARTICIPANT SOLUTION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5A5A5A"/>
                </a:solidFill>
                <a:latin typeface="Aptos"/>
              </a:defRPr>
            </a:pPr>
            <a:r>
              <a:t>24-25 SEPTEMBER 2026  -  ONLINE IDEATHON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000" b="1">
                <a:solidFill>
                  <a:srgbClr val="EF4C1B"/>
                </a:solidFill>
                <a:latin typeface="Aptos"/>
              </a:defRPr>
            </a:pPr>
            <a:r>
              <a:t>Think Together.  Solve Better.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731520"/>
            <a:ext cx="3154680" cy="45262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097280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0091A3"/>
                </a:solidFill>
                <a:latin typeface="Aptos"/>
              </a:defRPr>
            </a:pPr>
            <a:r>
              <a:t>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572768"/>
            <a:ext cx="2468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MAX</a:t>
            </a:r>
            <a:br/>
            <a:r>
              <a:t>6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5146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TEAM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880360"/>
            <a:ext cx="2468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Team Swayam Panchal (Solo)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4290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794760"/>
            <a:ext cx="2468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AI-02 - Personal Data Exposure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46227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TEAM LEAD /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800600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Swayam Panchal - Solo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6949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5A5A5A"/>
                </a:solidFill>
                <a:latin typeface="Aptos"/>
              </a:defRPr>
            </a:pPr>
            <a:r>
              <a:t>Privacy protection at the point of AI interaction -</a:t>
            </a:r>
            <a:br/>
            <a:r>
              <a:t>catching sensitive data before it ever leaves your hands.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A5A5A"/>
                </a:solidFill>
                <a:latin typeface="Aptos"/>
              </a:defRPr>
            </a:pPr>
            <a:r>
              <a:t>SYNK SOLVE  -  PARTICIPANT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4C1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EF4C1B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141414"/>
                </a:solidFill>
                <a:latin typeface="Aptos"/>
              </a:defRPr>
            </a:pPr>
            <a:r>
              <a:t>Problem Understanding &amp; User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A5A5A"/>
                </a:solidFill>
                <a:latin typeface="Aptos"/>
              </a:defRPr>
            </a:pPr>
            <a:r>
              <a:t>SYNK SOLVE  -  PARTICIPANT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4C1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88720" cy="384048"/>
          </a:xfrm>
          <a:prstGeom prst="round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584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44752"/>
            <a:ext cx="9418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41414"/>
                </a:solidFill>
                <a:latin typeface="Aptos"/>
              </a:defRPr>
            </a:pPr>
            <a:r>
              <a:t>AI-02  -  Personal Data Exposure Detector for AI Interactions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69951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6537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PROBLEM IN YOUR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87752"/>
            <a:ext cx="6537960" cy="2788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People increasingly paste sensitive text into public AI tools without realising what they are exposing - PII, credentials, financial data, or confidential business content.</a:t>
            </a:r>
            <a:br/>
            <a:br/>
            <a:r>
              <a:t>Anyone using ChatGPT-style tools for work or study.</a:t>
            </a:r>
            <a:br/>
            <a:r>
              <a:t>Users rely purely on self-awareness - no real-time check exists.</a:t>
            </a:r>
            <a:br/>
            <a:r>
              <a:t>Leaked data can be logged, stored, or used to train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965960"/>
            <a:ext cx="3931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167128"/>
            <a:ext cx="3474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TARGET USERS / STAKEHOLDERS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587752"/>
            <a:ext cx="34747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Individual AI users (students, professionals)</a:t>
            </a:r>
            <a:br/>
            <a:r>
              <a:t>Employees using AI tools at work</a:t>
            </a:r>
            <a:br/>
            <a:r>
              <a:t>Organisations at risk of data leakage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749039"/>
            <a:ext cx="3931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950207"/>
            <a:ext cx="3474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CURRENT GAP /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370831"/>
            <a:ext cx="3474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No AI platform flags sensitive content before submission.</a:t>
            </a:r>
            <a:br/>
            <a:r>
              <a:t>Protection depends entirely on user vigilance, which fails under time pressure.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EF4C1B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141414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A5A5A"/>
                </a:solidFill>
                <a:latin typeface="Aptos"/>
              </a:defRPr>
            </a:pPr>
            <a:r>
              <a:t>SYNK SOLVE  -  PARTICIPANT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4C1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88720" cy="384048"/>
          </a:xfrm>
          <a:prstGeom prst="round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584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44752"/>
            <a:ext cx="9418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41414"/>
                </a:solidFill>
                <a:latin typeface="Aptos"/>
              </a:defRPr>
            </a:pPr>
            <a:r>
              <a:t>PII Shield - a real-time privacy layer for every AI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38528"/>
            <a:ext cx="6995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39696"/>
            <a:ext cx="6537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653796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PII Shield sits between the user and any AI tool, scanning text in real time as it's typed or pasted, before it is ever submitted.</a:t>
            </a:r>
            <a:br/>
            <a:br/>
            <a:r>
              <a:t>Flags PII, credentials, and confidential content instantly.</a:t>
            </a:r>
            <a:br/>
            <a:r>
              <a:t>Offers one-click redaction that masks values but keeps context.</a:t>
            </a:r>
            <a:br/>
            <a:r>
              <a:t>User sees a clear risk flag and safe-to-send text,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938528"/>
            <a:ext cx="3931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121408"/>
            <a:ext cx="3474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1" y="2505456"/>
            <a:ext cx="3429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Real-time text scanning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PII, credential &amp; financial-data detection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One-click redaction/masking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Risk-level indicator (Low/Med/High)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EF4C1B"/>
                </a:solidFill>
                <a:latin typeface="Aptos"/>
              </a:defRPr>
            </a:pPr>
            <a:r>
              <a:t>03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141414"/>
                </a:solidFill>
                <a:latin typeface="Aptos"/>
              </a:defRPr>
            </a:pPr>
            <a:r>
              <a:t>How the Solution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A5A5A"/>
                </a:solidFill>
                <a:latin typeface="Aptos"/>
              </a:defRPr>
            </a:pPr>
            <a:r>
              <a:t>SYNK SOLVE  -  PARTICIPANT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4C1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10512"/>
            <a:ext cx="658368" cy="384048"/>
          </a:xfrm>
          <a:prstGeom prst="round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51660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t>Text typed/pasted for an AI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4231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EF4C1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0020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1810512"/>
            <a:ext cx="658368" cy="384048"/>
          </a:xfrm>
          <a:prstGeom prst="roundRect">
            <a:avLst/>
          </a:prstGeom>
          <a:solidFill>
            <a:srgbClr val="009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51660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97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t>Regex + NER classify PII/credential/financial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4231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EF4C1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1810512"/>
            <a:ext cx="658368" cy="384048"/>
          </a:xfrm>
          <a:prstGeom prst="roundRect">
            <a:avLst/>
          </a:prstGeom>
          <a:solidFill>
            <a:srgbClr val="009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51660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97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t>Risk score assigned: Low / Medium /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24231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EF4C1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600200"/>
            <a:ext cx="2423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1810512"/>
            <a:ext cx="658368" cy="384048"/>
          </a:xfrm>
          <a:prstGeom prst="round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851660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33172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697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t>One-click redaction before text is submitted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10972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61688"/>
            <a:ext cx="10515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KEY TECHNOLOGY / ARCHITECTURE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82312"/>
            <a:ext cx="10515600" cy="6857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spaCy NER + custom regex patterns for structured PII; lightweight risk-scoring model; browser-extension / web-wrapper architecture for real-time interception. Backend: Node.js. Frontend: React.</a:t>
            </a:r>
            <a:br/>
            <a:r>
              <a:t>Flow: User Input -&gt; Detection Engine (regex + NER) -&gt; Risk Scorer -&gt; Redaction UI -&gt; Safe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EF4C1B"/>
                </a:solidFill>
                <a:latin typeface="Aptos"/>
              </a:defRPr>
            </a:pPr>
            <a:r>
              <a:t>04 /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141414"/>
                </a:solidFill>
                <a:latin typeface="Aptos"/>
              </a:defRPr>
            </a:pPr>
            <a:r>
              <a:t>Innovation, Feasibility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A5A5A"/>
                </a:solidFill>
                <a:latin typeface="Aptos"/>
              </a:defRPr>
            </a:pPr>
            <a:r>
              <a:t>SYNK SOLVE  -  PARTICIPANT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4C1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84248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Protects at the point of exposure, not after a breach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Targets the new AI-interaction layer, not just endpoints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Context-preserving redaction, not blunt blocking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84248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Built on mature, open-source NER + regex libraries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No proprietary data needed - public NER models suffice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Prototype: text-input scanner + redaction UI demo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Assumes text-based input; voice/image input is future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IMPACT &amp;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984248"/>
            <a:ext cx="306323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Individuals &amp; employees avoid accidental data leaks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Fewer PII/credential leaks into third-party AI systems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Ships as a browser extension, then an enterprise API</a:t>
            </a:r>
          </a:p>
          <a:p>
            <a:pPr>
              <a:spcAft>
                <a:spcPts val="900"/>
              </a:spcAft>
              <a:defRPr sz="1400">
                <a:solidFill>
                  <a:srgbClr val="141414"/>
                </a:solidFill>
                <a:latin typeface="Aptos"/>
              </a:defRPr>
            </a:pPr>
            <a:r>
              <a:t>- Extend to voice, image, and file-upload 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EF4C1B"/>
                </a:solidFill>
                <a:latin typeface="Aptos"/>
              </a:defRPr>
            </a:pPr>
            <a:r>
              <a:t>05 /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141414"/>
                </a:solidFill>
                <a:latin typeface="Aptos"/>
              </a:defRPr>
            </a:pPr>
            <a:r>
              <a:t>Implementation Plan &amp;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A5A5A"/>
                </a:solidFill>
                <a:latin typeface="Aptos"/>
              </a:defRPr>
            </a:pPr>
            <a:r>
              <a:t>SYNK SOLVE  -  PARTICIPANT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4C1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035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18488"/>
            <a:ext cx="4846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48463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Phase 1 - Build detection engine (regex + NER) &amp; redaction UI prototype</a:t>
            </a:r>
            <a:br/>
            <a:r>
              <a:t>Phase 2 - Test on real-world text samples, tune accuracy</a:t>
            </a:r>
            <a:br/>
            <a:r>
              <a:t>Phase 3 - Ship as browser extension, then enterprise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20440"/>
            <a:ext cx="53035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21608"/>
            <a:ext cx="4846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42232"/>
            <a:ext cx="484632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React  -  Node.js  -  Python/spaCy  -  MongoDB</a:t>
            </a:r>
            <a:br/>
            <a:r>
              <a:t>spaCy NER, regex engine, browser-extension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5577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18488"/>
            <a:ext cx="5120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EF4C1B"/>
                </a:solidFill>
                <a:latin typeface="Aptos"/>
              </a:defRPr>
            </a:pPr>
            <a:r>
              <a:t>TEAM &amp;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39112"/>
            <a:ext cx="51206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Swayam Panchal - Solo Participant</a:t>
            </a:r>
            <a:br/>
            <a:r>
              <a:t>Concept, detection logic (regex + NER),</a:t>
            </a:r>
            <a:br/>
            <a:r>
              <a:t>UI/UX, and 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520440"/>
            <a:ext cx="5577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721608"/>
            <a:ext cx="5120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091A3"/>
                </a:solidFill>
                <a:latin typeface="Aptos"/>
              </a:defRPr>
            </a:pPr>
            <a:r>
              <a:t>PROTOTYPE /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42232"/>
            <a:ext cx="512064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Aptos"/>
              </a:defRPr>
            </a:pPr>
            <a:r>
              <a:t>Demo link: to be added   -   GitHub: to be added</a:t>
            </a:r>
            <a:br/>
            <a:r>
              <a:t>Open-source NER models &amp; public PII pattern references</a:t>
            </a:r>
            <a:br/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11155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141414"/>
                </a:solidFill>
                <a:latin typeface="Aptos"/>
              </a:defRPr>
            </a:pPr>
            <a:r>
              <a:t>FINAL CHECK  -  Problem clear  -  Solution clear  -  Innovation visible  -  Feasible  -  Impact measurable  -  Presentation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